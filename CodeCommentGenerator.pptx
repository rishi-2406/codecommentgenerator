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1A3A6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2560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Comment Generator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Python Docstring &amp; Inline Comment Generation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Rule-Based, ML, and Neurosymbolic Engines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342900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429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Analysis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342900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38BDF8">
              <a:alpha val="30000"/>
            </a:srgbClr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3429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ML Model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342900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6366F1">
              <a:alpha val="30000"/>
            </a:srgbClr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3429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342900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3429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PyQt6 GUI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PyQt6  ·  T5-Small  ·  PptxGenJS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processing from source to annotated output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1078992" cy="8046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53619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88366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Build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62456" y="1865376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81328" y="1463040"/>
            <a:ext cx="1078992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81328" y="153619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81328" y="188366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9464" y="1865376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88336" y="1463040"/>
            <a:ext cx="1078992" cy="804672"/>
          </a:xfrm>
          <a:prstGeom prst="rect">
            <a:avLst/>
          </a:prstGeom>
          <a:solidFill>
            <a:srgbClr val="1D6FA0"/>
          </a:solidFill>
          <a:ln w="12700">
            <a:solidFill>
              <a:srgbClr val="1D6F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88336" y="153619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88336" y="188366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Features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76472" y="1865376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95344" y="1463040"/>
            <a:ext cx="1078992" cy="804672"/>
          </a:xfrm>
          <a:prstGeom prst="rect">
            <a:avLst/>
          </a:prstGeom>
          <a:solidFill>
            <a:srgbClr val="0D7E6A"/>
          </a:solidFill>
          <a:ln w="12700">
            <a:solidFill>
              <a:srgbClr val="0D7E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95344" y="153619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95344" y="188366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Context+Security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83480" y="1865376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02352" y="1463040"/>
            <a:ext cx="1078992" cy="8046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02352" y="153619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02352" y="188366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Rule/ML/Neuro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90488" y="1865376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1463040"/>
            <a:ext cx="1078992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153619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188366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Comments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97496" y="1865376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16368" y="1463040"/>
            <a:ext cx="1078992" cy="8046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16368" y="153619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+ Analysis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16368" y="188366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CFG/DFA/Patterns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 Files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2926080"/>
            <a:ext cx="3931920" cy="2743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2944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parser_module.py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240280" y="29443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source &amp; builds AST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3246120"/>
            <a:ext cx="3931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264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ast_extractor.py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240280" y="32644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structural features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3566160"/>
            <a:ext cx="3931920" cy="2743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584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context_analyzer.py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240280" y="35844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Complexity, variables, call graph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3886200"/>
            <a:ext cx="3931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9044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security_analyzer.py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240280" y="39044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12-pattern security detection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4206240"/>
            <a:ext cx="3931920" cy="2743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2245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comment_generator.py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240280" y="422452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+ ML generation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526280"/>
            <a:ext cx="3931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544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comment_attacher.py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240280" y="45445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generated comments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84632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Artifacts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846320" y="2926080"/>
            <a:ext cx="3840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2944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ast_train_dataset.json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903720" y="2944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training pairs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846320" y="3246120"/>
            <a:ext cx="3840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0" y="3264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training_report.json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903720" y="32644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stats + loss history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46320" y="3566160"/>
            <a:ext cx="3840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3584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eval_report.json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903720" y="35844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BLEU-4, ROUGE-L, Exact Match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846320" y="3886200"/>
            <a:ext cx="3840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37760" y="39044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model/ast_model/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903720" y="39044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T5 model + tokenizer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Generation Engines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E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engine that matches your accuracy, speed, and model requirements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743200" cy="3520440"/>
          </a:xfrm>
          <a:prstGeom prst="rect">
            <a:avLst/>
          </a:prstGeom>
          <a:solidFill>
            <a:srgbClr val="1A3A6B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25880"/>
            <a:ext cx="27432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AST-driven generation. No model required.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999232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Google-style docstrings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" y="3328416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3255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Args, Returns, Raises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" y="365760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Warning sections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" y="3986784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reproducible output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4480560"/>
            <a:ext cx="2560320" cy="256032"/>
          </a:xfrm>
          <a:prstGeom prst="rect">
            <a:avLst/>
          </a:prstGeom>
          <a:solidFill>
            <a:srgbClr val="050D1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480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src.main myfile.py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46120" y="1325880"/>
            <a:ext cx="2743200" cy="3520440"/>
          </a:xfrm>
          <a:prstGeom prst="rect">
            <a:avLst/>
          </a:prstGeom>
          <a:solidFill>
            <a:srgbClr val="1D2D5F"/>
          </a:solidFill>
          <a:ln w="1524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1325880"/>
            <a:ext cx="27432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141732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TRAINING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3756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(AST+NLP)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337560" y="22128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T5-small generates natural-language summary from structured AST features — never raw source.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55848" y="2999232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02152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summary generation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55848" y="3328416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02152" y="3255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AST-verified Args/Returns/Raises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55848" y="365760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02152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 &amp; ROUGE-L evaluated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55848" y="3986784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02152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feature input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37560" y="4480560"/>
            <a:ext cx="2560320" cy="256032"/>
          </a:xfrm>
          <a:prstGeom prst="rect">
            <a:avLst/>
          </a:prstGeom>
          <a:solidFill>
            <a:srgbClr val="050D1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4480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src.main myfile.py --ml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72200" y="1325880"/>
            <a:ext cx="2743200" cy="3520440"/>
          </a:xfrm>
          <a:prstGeom prst="rect">
            <a:avLst/>
          </a:prstGeom>
          <a:solidFill>
            <a:srgbClr val="0D2B3E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72200" y="1325880"/>
            <a:ext cx="27432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141732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6364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Neurosymbolic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263640" y="22128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 fusion: ML summary leads when confidence ≥ 0.4, else symbolic fallback.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81928" y="2999232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28232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≥0.7 → neural  |  0.4–0.7 → fused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81928" y="3328416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28232" y="3255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validation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81928" y="3657600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28232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Args always appended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81928" y="3986784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28232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 worlds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63640" y="4480560"/>
            <a:ext cx="2560320" cy="256032"/>
          </a:xfrm>
          <a:prstGeom prst="rect">
            <a:avLst/>
          </a:prstGeom>
          <a:solidFill>
            <a:srgbClr val="050D1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4480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src.main myfile.py --neurosymbolic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auto-detected vulnerability patterns — always runs as part of the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12801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Formula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100 − (critical×30 + high×15 + medium×5 + low×1)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0299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= score &lt; 80   |   Module Safety = % functions ≥ 80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20116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325880"/>
            <a:ext cx="201168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325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645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SEC001, SEC002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0" y="20116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eval/exec, shell=True subprocess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12280" y="1325880"/>
            <a:ext cx="20116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12280" y="1325880"/>
            <a:ext cx="20116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325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03720" y="1645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SEC003, SEC005,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SEC009, SEC010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03720" y="20116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secrets, SQL injection,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pickle/yaml unsafe load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20116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743200"/>
            <a:ext cx="2011680" cy="2926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3063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SEC004, SEC006,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SEC011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34290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crypto, bare except,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random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12280" y="2743200"/>
            <a:ext cx="20116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2743200"/>
            <a:ext cx="201168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2743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03720" y="3063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SEC007, SEC008,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SEC012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03720" y="34290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defaults, assert,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IPs/URLs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2743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Detected Patterns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090672"/>
            <a:ext cx="2057400" cy="2743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090672"/>
            <a:ext cx="36576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10896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SEC001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78992" y="31089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eval()/exec()/compile()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3410712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410712"/>
            <a:ext cx="36576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342900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SEC002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78992" y="34290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 shell=True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3730752"/>
            <a:ext cx="2057400" cy="2743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3730752"/>
            <a:ext cx="36576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374904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SEC003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78992" y="3749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passwords/tokens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4050792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050792"/>
            <a:ext cx="36576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406908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SEC004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78992" y="40690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crypto: md5, sha1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" y="4370832"/>
            <a:ext cx="2057400" cy="2743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4370832"/>
            <a:ext cx="36576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438912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SEC005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078992" y="43891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string concatenation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" y="4690872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4690872"/>
            <a:ext cx="36576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0352" y="470916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SEC006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078992" y="4709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except: clauses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651760" y="3090672"/>
            <a:ext cx="2057400" cy="2743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51760" y="3090672"/>
            <a:ext cx="36576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24912" y="310896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SEC007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273552" y="31089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default args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651760" y="3410712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51760" y="3410712"/>
            <a:ext cx="36576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24912" y="342900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SEC008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273552" y="34290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in non-test code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651760" y="3730752"/>
            <a:ext cx="2057400" cy="2743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651760" y="3730752"/>
            <a:ext cx="36576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24912" y="374904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SEC009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273552" y="3749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pickle.load untrusted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651760" y="4050792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651760" y="4050792"/>
            <a:ext cx="36576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24912" y="406908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SEC010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273552" y="40690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yaml.load no SafeLoader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651760" y="4370832"/>
            <a:ext cx="2057400" cy="2743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651760" y="4370832"/>
            <a:ext cx="36576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24912" y="438912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SEC011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3273552" y="43891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random for crypto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2651760" y="4690872"/>
            <a:ext cx="2057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51760" y="4690872"/>
            <a:ext cx="36576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24912" y="470916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SEC012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3273552" y="4709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IPs/URLs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&amp; Context Visualization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E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graphs rendered via QPainter — pan, zoom, hover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069080" cy="3520440"/>
          </a:xfrm>
          <a:prstGeom prst="rect">
            <a:avLst/>
          </a:prstGeom>
          <a:solidFill>
            <a:srgbClr val="0D1B2E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40690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Graph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tree of the parsed AST structure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Colors: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164592" cy="16459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24231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248716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24231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27706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283464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96896" y="27706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82112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31181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AsyncFunc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3182112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96896" y="31181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547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" y="3959352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886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Click-drag to pan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" y="4233672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4160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to zoom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" y="4507992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4434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for tooltips (line, params, complexity)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1325880"/>
            <a:ext cx="4069080" cy="3520440"/>
          </a:xfrm>
          <a:prstGeom prst="rect">
            <a:avLst/>
          </a:prstGeom>
          <a:solidFill>
            <a:srgbClr val="0D1B2E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1325880"/>
            <a:ext cx="406908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Graph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800600" y="17830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Force-directed directed graph of function calls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Colors: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2478024"/>
            <a:ext cx="50292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76672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2825496"/>
            <a:ext cx="5029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76672" y="2770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3172968"/>
            <a:ext cx="502920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76672" y="31181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520440"/>
            <a:ext cx="50292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6672" y="34655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Complex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3858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Red border = nodes with security issues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00600" y="4160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Alternatives: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4425696"/>
            <a:ext cx="3840480" cy="347472"/>
          </a:xfrm>
          <a:prstGeom prst="rect">
            <a:avLst/>
          </a:prstGeom>
          <a:solidFill>
            <a:srgbClr val="050D1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44256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--show-features  |  --show-context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&amp; Pattern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LLVM-inspired 3-address-code IR + 7 static analysis patterns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Dump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733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Lowered 3-address-code intermediate representation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(LLVM-IR inspired) showing: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2340864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258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and basic blocks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633472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551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(assignments, calls, branches)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292608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8437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Control-flow edges between blocks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3218688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136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entry/exit points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3840480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src.main myfile.py --ir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785616"/>
            <a:ext cx="3840480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85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src.main myfile.py --analysis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12801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Static Analysis Patterns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1691640"/>
            <a:ext cx="4114800" cy="329184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691640"/>
            <a:ext cx="457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17190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21808" y="1737360"/>
            <a:ext cx="621792" cy="201168"/>
          </a:xfrm>
          <a:prstGeom prst="roundRect">
            <a:avLst>
              <a:gd name="adj" fmla="val 13636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21808" y="173736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89320" y="17282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variable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075688"/>
            <a:ext cx="4114800" cy="329184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075688"/>
            <a:ext cx="457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21031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P002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21808" y="2121408"/>
            <a:ext cx="621792" cy="201168"/>
          </a:xfrm>
          <a:prstGeom prst="roundRect">
            <a:avLst>
              <a:gd name="adj" fmla="val 13636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212140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89320" y="21122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complexity (CC &gt; 10)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459736"/>
            <a:ext cx="4114800" cy="32918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2459736"/>
            <a:ext cx="45720" cy="3291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24871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P003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21808" y="2505456"/>
            <a:ext cx="621792" cy="201168"/>
          </a:xfrm>
          <a:prstGeom prst="roundRect">
            <a:avLst>
              <a:gd name="adj" fmla="val 13636"/>
            </a:avLst>
          </a:prstGeom>
          <a:solidFill>
            <a:srgbClr val="38BDF8">
              <a:alpha val="80000"/>
            </a:srgbClr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21808" y="250545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989320" y="2496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Dead/unreachable block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2843784"/>
            <a:ext cx="4114800" cy="32918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2843784"/>
            <a:ext cx="45720" cy="3291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28712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P004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21808" y="2889504"/>
            <a:ext cx="621792" cy="201168"/>
          </a:xfrm>
          <a:prstGeom prst="roundRect">
            <a:avLst>
              <a:gd name="adj" fmla="val 13636"/>
            </a:avLst>
          </a:prstGeom>
          <a:solidFill>
            <a:srgbClr val="38BDF8">
              <a:alpha val="80000"/>
            </a:srgbClr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21808" y="288950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989320" y="2880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return value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3227832"/>
            <a:ext cx="4114800" cy="329184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3227832"/>
            <a:ext cx="457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36592" y="32552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P005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321808" y="3273552"/>
            <a:ext cx="621792" cy="201168"/>
          </a:xfrm>
          <a:prstGeom prst="roundRect">
            <a:avLst>
              <a:gd name="adj" fmla="val 13636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21808" y="327355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989320" y="3264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nested loops (≥3)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63440" y="3611880"/>
            <a:ext cx="4114800" cy="32918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63440" y="3611880"/>
            <a:ext cx="45720" cy="3291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36592" y="36393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P006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321808" y="3657600"/>
            <a:ext cx="621792" cy="201168"/>
          </a:xfrm>
          <a:prstGeom prst="roundRect">
            <a:avLst>
              <a:gd name="adj" fmla="val 13636"/>
            </a:avLst>
          </a:prstGeom>
          <a:solidFill>
            <a:srgbClr val="38BDF8">
              <a:alpha val="80000"/>
            </a:srgbClr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21808" y="365760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989320" y="3648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calls (&gt;10 callees)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663440" y="3995928"/>
            <a:ext cx="4114800" cy="32918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63440" y="3995928"/>
            <a:ext cx="45720" cy="3291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36592" y="40233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P007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321808" y="4041648"/>
            <a:ext cx="621792" cy="201168"/>
          </a:xfrm>
          <a:prstGeom prst="roundRect">
            <a:avLst>
              <a:gd name="adj" fmla="val 13636"/>
            </a:avLst>
          </a:prstGeom>
          <a:solidFill>
            <a:srgbClr val="38BDF8">
              <a:alpha val="80000"/>
            </a:srgbClr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21808" y="404164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989320" y="4032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parameter load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 — T5-Small Fine-Tuning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E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on structured AST features paired with docstring sentences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14800" cy="1828800"/>
          </a:xfrm>
          <a:prstGeom prst="rect">
            <a:avLst/>
          </a:prstGeom>
          <a:solidFill>
            <a:srgbClr val="0D1B2E"/>
          </a:solidFill>
          <a:ln w="1524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3502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Contract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007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input_text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00200" y="1700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AST features from ast_feature_formatter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target_text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2011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sentence of a function docstring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CodeSearchNet + Python stdlib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883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8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input_mode = "AST structured features"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12801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Presets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664208"/>
            <a:ext cx="4114800" cy="1051560"/>
          </a:xfrm>
          <a:prstGeom prst="rect">
            <a:avLst/>
          </a:prstGeom>
          <a:solidFill>
            <a:srgbClr val="050D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664208"/>
            <a:ext cx="4114800" cy="27432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6824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36592" y="19933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--codesearchnet-max 20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--max-stdlib-files 10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--epochs 1 --batch-size 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852928"/>
            <a:ext cx="4114800" cy="1051560"/>
          </a:xfrm>
          <a:prstGeom prst="rect">
            <a:avLst/>
          </a:prstGeom>
          <a:solidFill>
            <a:srgbClr val="050D1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852928"/>
            <a:ext cx="4114800" cy="274320"/>
          </a:xfrm>
          <a:prstGeom prst="rect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8712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Quality (RTX 4050)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36592" y="31821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--codesearchnet-max 8000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--max-stdlib-files 600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--epochs 3 --batch-size 8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24612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Training Flags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611880"/>
            <a:ext cx="2103120" cy="2560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6118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68880" y="3611880"/>
            <a:ext cx="822960" cy="2560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36118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91840" y="3611880"/>
            <a:ext cx="2286000" cy="2560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6118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886200"/>
            <a:ext cx="5212080" cy="173736"/>
          </a:xfrm>
          <a:prstGeom prst="rect">
            <a:avLst/>
          </a:prstGeom>
          <a:solidFill>
            <a:srgbClr val="0A1525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886200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--epochs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514600" y="3886200"/>
            <a:ext cx="777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37560" y="3886200"/>
            <a:ext cx="2194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epochs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4069080"/>
            <a:ext cx="5212080" cy="173736"/>
          </a:xfrm>
          <a:prstGeom prst="rect">
            <a:avLst/>
          </a:prstGeom>
          <a:solidFill>
            <a:srgbClr val="060F1A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069080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--batch-size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514600" y="4069080"/>
            <a:ext cx="777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37560" y="4069080"/>
            <a:ext cx="2194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batch size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4251960"/>
            <a:ext cx="5212080" cy="173736"/>
          </a:xfrm>
          <a:prstGeom prst="rect">
            <a:avLst/>
          </a:prstGeom>
          <a:solidFill>
            <a:srgbClr val="0A1525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251960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--lr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514600" y="4251960"/>
            <a:ext cx="777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2e-4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37560" y="4251960"/>
            <a:ext cx="2194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learning rate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434840"/>
            <a:ext cx="5212080" cy="173736"/>
          </a:xfrm>
          <a:prstGeom prst="rect">
            <a:avLst/>
          </a:prstGeom>
          <a:solidFill>
            <a:srgbClr val="060F1A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434840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--codesearchnet-max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514600" y="4434840"/>
            <a:ext cx="777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20000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337560" y="4434840"/>
            <a:ext cx="2194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CodeSearchNet samples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65760" y="4617720"/>
            <a:ext cx="5212080" cy="173736"/>
          </a:xfrm>
          <a:prstGeom prst="rect">
            <a:avLst/>
          </a:prstGeom>
          <a:solidFill>
            <a:srgbClr val="0A1525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617720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--max-stdlib-files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514600" y="4617720"/>
            <a:ext cx="777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337560" y="4617720"/>
            <a:ext cx="2194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stdlib files to crawl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65760" y="4800600"/>
            <a:ext cx="5212080" cy="173736"/>
          </a:xfrm>
          <a:prstGeom prst="rect">
            <a:avLst/>
          </a:prstGeom>
          <a:solidFill>
            <a:srgbClr val="060F1A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800600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--output-dir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514600" y="4800600"/>
            <a:ext cx="777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337560" y="4800600"/>
            <a:ext cx="2194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directory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Workspaces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with  python run_gui.py  — five PyQt6 workspaces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664208" cy="3520440"/>
          </a:xfrm>
          <a:prstGeom prst="rect">
            <a:avLst/>
          </a:prstGeom>
          <a:solidFill>
            <a:srgbClr val="0F2044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80160"/>
            <a:ext cx="1664208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274320" cy="2743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71907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2240280"/>
            <a:ext cx="150876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27685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Split-pane editor (input / output)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2743200"/>
            <a:ext cx="150876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77977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toggle: Rule / Neuro / ML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3246120"/>
            <a:ext cx="150876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28269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Unsafe badge (green/yellow/red)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3749040"/>
            <a:ext cx="150876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78561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execution via QThread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29968" y="1280160"/>
            <a:ext cx="1664208" cy="3520440"/>
          </a:xfrm>
          <a:prstGeom prst="rect">
            <a:avLst/>
          </a:prstGeom>
          <a:solidFill>
            <a:srgbClr val="1D3461"/>
          </a:solidFill>
          <a:ln w="1524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29968" y="1280160"/>
            <a:ext cx="1664208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21408" y="1389888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21408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75688" y="171907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(8 tabs)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103120" y="2240280"/>
            <a:ext cx="150876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39696" y="227685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Features tree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03120" y="2743200"/>
            <a:ext cx="150876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39696" y="277977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Graph &amp; Call Graph (QPainter)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03120" y="3246120"/>
            <a:ext cx="150876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39696" y="328269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Dump + Analysis Report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03120" y="3749040"/>
            <a:ext cx="150876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39696" y="378561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Security charts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85616" y="1280160"/>
            <a:ext cx="1664208" cy="3520440"/>
          </a:xfrm>
          <a:prstGeom prst="rect">
            <a:avLst/>
          </a:prstGeom>
          <a:solidFill>
            <a:srgbClr val="0D2B3E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785616" y="1280160"/>
            <a:ext cx="1664208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77056" y="1389888"/>
            <a:ext cx="274320" cy="2743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31336" y="171907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858768" y="2240280"/>
            <a:ext cx="150876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95344" y="227685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Retrain Models button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58768" y="2743200"/>
            <a:ext cx="150876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95344" y="277977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QThread training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858768" y="3246120"/>
            <a:ext cx="150876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95344" y="328269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BLEU-4, ROUGE-L, Exact Match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858768" y="3749040"/>
            <a:ext cx="150876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95344" y="378561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terminal output console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541264" y="1280160"/>
            <a:ext cx="1664208" cy="3520440"/>
          </a:xfrm>
          <a:prstGeom prst="rect">
            <a:avLst/>
          </a:prstGeom>
          <a:solidFill>
            <a:srgbClr val="2D1B1B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541264" y="1280160"/>
            <a:ext cx="1664208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32704" y="1389888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32704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586984" y="171907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614416" y="2240280"/>
            <a:ext cx="150876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50992" y="227685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safety score indicator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614416" y="2743200"/>
            <a:ext cx="150876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50992" y="277977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pie + severity bar charts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614416" y="3246120"/>
            <a:ext cx="150876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50992" y="328269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Per-function score bars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614416" y="3749040"/>
            <a:ext cx="150876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50992" y="378561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table: ID, func, line, fix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296912" y="1280160"/>
            <a:ext cx="1664208" cy="3520440"/>
          </a:xfrm>
          <a:prstGeom prst="rect">
            <a:avLst/>
          </a:prstGeom>
          <a:solidFill>
            <a:srgbClr val="1A2E1A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7296912" y="1280160"/>
            <a:ext cx="1664208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388352" y="1389888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88352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342632" y="171907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7370064" y="2240280"/>
            <a:ext cx="150876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06640" y="227685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tree browser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370064" y="2743200"/>
            <a:ext cx="150876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06640" y="277977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Syntax-highlighted JSON viewer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70064" y="3246120"/>
            <a:ext cx="150876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06640" y="328269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training logs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370064" y="3749040"/>
            <a:ext cx="150876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06640" y="378561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Files button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411480" y="46908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Test: 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325880" y="469087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File → tests/inputs/test_security.py  →  Select Neurosymbolic  →  Generate &amp; Attach Comments  →  Explore all Insights tabs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A3A6B">
              <a:alpha val="25000"/>
            </a:srgbClr>
          </a:solidFill>
          <a:ln w="12700">
            <a:solidFill>
              <a:srgbClr val="1A3A6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731520"/>
            <a:ext cx="2743200" cy="2743200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&amp; Summary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E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quality measured across three complementary metrics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743200" cy="1645920"/>
          </a:xfrm>
          <a:prstGeom prst="rect">
            <a:avLst/>
          </a:prstGeom>
          <a:solidFill>
            <a:srgbClr val="0D1B2E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27432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4-gram precision of generated vs. reference docstrings. Measures lexical overlap.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743200" cy="1645920"/>
          </a:xfrm>
          <a:prstGeom prst="rect">
            <a:avLst/>
          </a:prstGeom>
          <a:solidFill>
            <a:srgbClr val="0D1B2E"/>
          </a:solidFill>
          <a:ln w="1524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25880"/>
            <a:ext cx="27432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417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18745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Longest-common-subsequence F1 score. Captures sequence-level similarity.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2743200" cy="1645920"/>
          </a:xfrm>
          <a:prstGeom prst="rect">
            <a:avLst/>
          </a:prstGeom>
          <a:solidFill>
            <a:srgbClr val="0D1B2E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325880"/>
            <a:ext cx="27432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417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18745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string equality between generated and reference summaries.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090672"/>
            <a:ext cx="8412480" cy="329184"/>
          </a:xfrm>
          <a:prstGeom prst="rect">
            <a:avLst/>
          </a:prstGeom>
          <a:solidFill>
            <a:srgbClr val="0A1220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9067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GUI: Insights → Evaluation tab — Training Loss Curve  |  Metrics Bar Chart  |  Confidence vs Quality Scatter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5478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931920"/>
            <a:ext cx="269748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931920"/>
            <a:ext cx="45720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95935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Engines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" y="42062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/ ML / Neuro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931920"/>
            <a:ext cx="269748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931920"/>
            <a:ext cx="4572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95935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SEC Patterns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10128" y="42062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scoring model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3931920"/>
            <a:ext cx="269748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3931920"/>
            <a:ext cx="457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4768" y="395935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IR Patterns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44768" y="42062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 + DFA analysis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498848"/>
            <a:ext cx="269748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4498848"/>
            <a:ext cx="45720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45262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GUI Workspaces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" y="47731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PyQt6 app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0" y="4498848"/>
            <a:ext cx="269748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98848"/>
            <a:ext cx="45720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0128" y="45262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T5-Small Model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10128" y="47731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CodeSearchNet + stdlib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35040" y="4498848"/>
            <a:ext cx="269748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498848"/>
            <a:ext cx="457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44768" y="45262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Eval Metrics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44768" y="47731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BLEU-4, ROUGE-L, EM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Neurosymbolic Engine — Deep Dive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E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 fusion with symbolic consistency validation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170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 Fusion Steps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36192"/>
            <a:ext cx="4114800" cy="804672"/>
          </a:xfrm>
          <a:prstGeom prst="rect">
            <a:avLst/>
          </a:prstGeom>
          <a:solidFill>
            <a:srgbClr val="0D1B2E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2336" y="1609344"/>
            <a:ext cx="320040" cy="3200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6093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" y="16093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Generates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188366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summary + confidence score produced by T5 model from structured AST features.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414016"/>
            <a:ext cx="4114800" cy="804672"/>
          </a:xfrm>
          <a:prstGeom prst="rect">
            <a:avLst/>
          </a:prstGeom>
          <a:solidFill>
            <a:srgbClr val="0D1B2E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2336" y="2487168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2487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" y="24871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6384" y="276148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confidence ≥ 0.4 → ML summary leads the docstring.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confidence &lt; 0.4 → fall back to rule-based summary.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4114800" cy="804672"/>
          </a:xfrm>
          <a:prstGeom prst="rect">
            <a:avLst/>
          </a:prstGeom>
          <a:solidFill>
            <a:srgbClr val="0D1B2E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02336" y="3364992"/>
            <a:ext cx="320040" cy="3200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3364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" y="3364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Augmentation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" y="363931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Args from FunctionFeature.params · Returns from annotation + inferred types · Raises from ast_body_extractor · Security Warnings appended.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169664"/>
            <a:ext cx="4114800" cy="804672"/>
          </a:xfrm>
          <a:prstGeom prst="rect">
            <a:avLst/>
          </a:prstGeom>
          <a:solidFill>
            <a:srgbClr val="0D1B2E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02336" y="4242816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42428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6384" y="42428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Validation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" y="451713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return type vs annotation · ML control flow vs loop/conditional counts · ML omitted params → symbolic Args still lists them.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1170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Tiers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1536192"/>
            <a:ext cx="402336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536192"/>
            <a:ext cx="777240" cy="43891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158191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0.7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77840" y="15636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17647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summary leads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048256"/>
            <a:ext cx="402336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048256"/>
            <a:ext cx="777240" cy="438912"/>
          </a:xfrm>
          <a:prstGeom prst="rect">
            <a:avLst/>
          </a:prstGeom>
          <a:solidFill>
            <a:srgbClr val="6366F1">
              <a:alpha val="80000"/>
            </a:srgbClr>
          </a:solidFill>
          <a:ln w="12700">
            <a:solidFill>
              <a:srgbClr val="6366F1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2093976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0.4–0.7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77840" y="20756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77840" y="227685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summary + symbolic sections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2560320"/>
            <a:ext cx="402336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2560320"/>
            <a:ext cx="777240" cy="43891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8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260604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0.4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77840" y="2587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77840" y="27889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summary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0" y="31272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Reasoner — Pattern Rules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754880" y="3493008"/>
            <a:ext cx="4023360" cy="347472"/>
          </a:xfrm>
          <a:prstGeom prst="rect">
            <a:avLst/>
          </a:prstGeom>
          <a:solidFill>
            <a:srgbClr val="0A1525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3520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loop + sorting call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748272" y="3666744"/>
            <a:ext cx="20116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67728" y="352044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and iterates over items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54880" y="3895344"/>
            <a:ext cx="4023360" cy="347472"/>
          </a:xfrm>
          <a:prstGeom prst="rect">
            <a:avLst/>
          </a:prstGeom>
          <a:solidFill>
            <a:srgbClr val="060F1A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39227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@property + no params (except self)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748272" y="4069080"/>
            <a:ext cx="20116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67728" y="392277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accessor for…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54880" y="4297680"/>
            <a:ext cx="4023360" cy="347472"/>
          </a:xfrm>
          <a:prstGeom prst="rect">
            <a:avLst/>
          </a:prstGeom>
          <a:solidFill>
            <a:srgbClr val="0A1525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28032" y="43251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+ network call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748272" y="4471416"/>
            <a:ext cx="20116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67728" y="432511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Asynchronously fetches…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54880" y="4700016"/>
            <a:ext cx="4023360" cy="347472"/>
          </a:xfrm>
          <a:prstGeom prst="rect">
            <a:avLst/>
          </a:prstGeom>
          <a:solidFill>
            <a:srgbClr val="060F1A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28032" y="47274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eval/exec call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748272" y="4873752"/>
            <a:ext cx="20116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67728" y="472744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DANGER: Executes dynamic code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754880" y="5138928"/>
            <a:ext cx="4023360" cy="365760"/>
          </a:xfrm>
          <a:prstGeom prst="rect">
            <a:avLst/>
          </a:prstGeom>
          <a:solidFill>
            <a:srgbClr val="0A1525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28032" y="51389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Solver: All params documented · Return type matches annotation · Raises match actual raise statements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Reference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commands follow  python3 -m src.main &lt;filepath&gt; [flags]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4023360" cy="32918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08760"/>
            <a:ext cx="36576" cy="3291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527048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src.main &lt;filepath&gt;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93776" y="1691640"/>
            <a:ext cx="3904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generation (default)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1892808"/>
            <a:ext cx="4023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892808"/>
            <a:ext cx="36576" cy="3291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911096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src.main &lt;filepath&gt; --ml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3776" y="2075688"/>
            <a:ext cx="3904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(AST+NLP) generation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2276856"/>
            <a:ext cx="4023360" cy="32918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276856"/>
            <a:ext cx="36576" cy="3291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2295144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src.main &lt;filepath&gt; --neurosymbolic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3776" y="2459736"/>
            <a:ext cx="3904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Neurosymbolic fusion (recommended)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2660904"/>
            <a:ext cx="4023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660904"/>
            <a:ext cx="36576" cy="3291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2679192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src.main &lt;filepath&gt; -o out.py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3776" y="2843784"/>
            <a:ext cx="3904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annotated output to file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0906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&amp; Analysis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419856"/>
            <a:ext cx="4023360" cy="292608"/>
          </a:xfrm>
          <a:prstGeom prst="rect">
            <a:avLst/>
          </a:prstGeom>
          <a:solidFill>
            <a:srgbClr val="F0FDF4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419856"/>
            <a:ext cx="36576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34381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--logs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536192" y="34564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full pipeline logs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" y="3758184"/>
            <a:ext cx="4023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758184"/>
            <a:ext cx="36576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37764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--show-features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536192" y="37947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AST features as JSON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4096512"/>
            <a:ext cx="4023360" cy="292608"/>
          </a:xfrm>
          <a:prstGeom prst="rect">
            <a:avLst/>
          </a:prstGeom>
          <a:solidFill>
            <a:srgbClr val="F0FDF4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096512"/>
            <a:ext cx="36576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" y="4114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--show-context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536192" y="41330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context graph (complexity, calls, vars) as JSON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1480" y="4434840"/>
            <a:ext cx="4023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4434840"/>
            <a:ext cx="36576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44531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--ir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536192" y="44714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LLVM-inspired IR dump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11480" y="4773168"/>
            <a:ext cx="4023360" cy="292608"/>
          </a:xfrm>
          <a:prstGeom prst="rect">
            <a:avLst/>
          </a:prstGeom>
          <a:solidFill>
            <a:srgbClr val="F0FDF4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4773168"/>
            <a:ext cx="36576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" y="47914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--analysis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536192" y="480974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P001–P007 pattern analysis report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09160" y="11887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Flags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09160" y="1508760"/>
            <a:ext cx="1554480" cy="2560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15087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63640" y="1508760"/>
            <a:ext cx="685800" cy="2560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1508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49440" y="1508760"/>
            <a:ext cx="2011680" cy="2560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95160" y="15087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09160" y="1783080"/>
            <a:ext cx="4251960" cy="23774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180136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--train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309360" y="18013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995160" y="18013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T5-small model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09160" y="2039112"/>
            <a:ext cx="4251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20574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--epochs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309360" y="20574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995160" y="20574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epochs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709160" y="2295144"/>
            <a:ext cx="4251960" cy="23774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0" y="23134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--batch-size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309360" y="23134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995160" y="23134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batch size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709160" y="2551176"/>
            <a:ext cx="4251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0" y="256946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--grad-accum-steps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309360" y="256946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995160" y="256946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accumulation steps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709160" y="2807208"/>
            <a:ext cx="4251960" cy="23774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54880" y="282549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--lr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309360" y="28254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2e-4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995160" y="282549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learning rate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709160" y="3063240"/>
            <a:ext cx="4251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54880" y="308152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--codesearchnet-max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309360" y="3081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20000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995160" y="30815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CodeSearchNet samples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709160" y="3319272"/>
            <a:ext cx="4251960" cy="23774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54880" y="33375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--max-stdlib-files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309360" y="33375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995160" y="333756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stdlib files to crawl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709160" y="3575304"/>
            <a:ext cx="4251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54880" y="35935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--no-codesearchnet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309360" y="35935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6995160" y="35935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CodeSearchNet source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709160" y="3831336"/>
            <a:ext cx="4251960" cy="23774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754880" y="38496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--no-stdlib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6309360" y="384962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995160" y="384962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stdlib training source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709160" y="4087368"/>
            <a:ext cx="4251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54880" y="410565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--output-dir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6309360" y="41056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6995160" y="410565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directory for artifacts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709160" y="4343400"/>
            <a:ext cx="4251960" cy="23774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754880" y="43616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--block-max-pairs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6309360" y="43616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20000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6995160" y="43616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inline-comment training pairs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11480" y="4800600"/>
            <a:ext cx="832104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548640" y="48188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tests: 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1389888" y="48188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pytest tests/ -q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4160520" y="48188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GUI: 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4800600" y="4818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run_gui.py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Comment Generator</dc:title>
  <dc:subject>PptxGenJS Presentation</dc:subject>
  <dc:creator>PptxGenJS</dc:creator>
  <cp:lastModifiedBy>PptxGenJS</cp:lastModifiedBy>
  <cp:revision>1</cp:revision>
  <dcterms:created xsi:type="dcterms:W3CDTF">2026-04-19T10:01:39Z</dcterms:created>
  <dcterms:modified xsi:type="dcterms:W3CDTF">2026-04-19T10:01:39Z</dcterms:modified>
</cp:coreProperties>
</file>